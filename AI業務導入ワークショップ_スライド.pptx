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CD7"/>
                </a:solidFill>
              </a:rPr>
              <a:t>Pattern 2  |  60分  |  個社クローズド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AI業務導入ワークショップ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0C4E8"/>
                </a:solidFill>
              </a:rPr>
              <a:t>「AIを入れる」― 自社業務の分析と導入可能性の検討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A8D"/>
                </a:solidFill>
              </a:rPr>
              <a:t>【日付】　【講師名】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本日のゴール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自社業務でのAI導入可能性を具体的に検討できる状態になる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導入ロードマップの第一稿を持ち帰る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次のアクションを決めて終わる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事前分析サマリー（ヒアリング結果）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CD7"/>
                </a:solidFill>
              </a:rPr>
              <a:t>ヒアリング対象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（対象者・部署）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579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CD7"/>
                </a:solidFill>
              </a:rPr>
              <a:t>主な課題・ペイン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968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（ヒアリング内容を記載）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35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CD7"/>
                </a:solidFill>
              </a:rPr>
              <a:t>今日の焦点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（絞り込んだ議論ポイント）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オープニング 10分 ｜ 事前ヒアリング内容に合わせて差し替えること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業務フロー確認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ECFF"/>
                </a:solidFill>
              </a:rPr>
              <a:t>AI介入ポイントの特定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自社の業務フロー（現状）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 業務フロー図を挿入（事前分析シートより）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Section 1  |  20分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AI介入ポイントの特定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繰り返し作業・定型業務はどこか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データが蓄積されている工程はどこか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人手エラーが起きやすい箇所はどこか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 特定した介入ポイントを記載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Section 1  |  20分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優先度・難易度マトリクス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効果 × 実現難易度 × 緊急度　の3軸で評価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 4象限マトリクス図を挿入（各候補をプロット）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Section 1  |  20分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導入可能性レポート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ECFF"/>
                </a:solidFill>
              </a:rPr>
              <a:t>技術・コスト・組織ハードルの整理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導入可能性レポート：技術・コスト・組織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303520" cy="411480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技術的実現性 / コスト感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070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組織ハードル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303520" cy="45720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※ここに内容を入力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5303520" cy="45720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※ここに内容を入力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CD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導入ロードマップ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ECFF"/>
                </a:solidFill>
              </a:rPr>
              <a:t>短期・中期・長期フェーズ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導入ロードマップ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CD7"/>
                </a:solidFill>
              </a:rPr>
              <a:t>短期（〜3ヶ月）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（PoC・パイロット導入）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579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CD7"/>
                </a:solidFill>
              </a:rPr>
              <a:t>中期（3〜12ヶ月）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968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（本番導入・効果検証）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35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CD7"/>
                </a:solidFill>
              </a:rPr>
              <a:t>長期（1年〜）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（全社展開・継続改善）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Section 3  |  15分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08C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次のアクション・クロージング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今日決まったこと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次回までのアクション（担当・期日）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E4A"/>
                </a:solidFill>
              </a:rPr>
              <a:t>▶  ご支援できること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CCCCCC"/>
                </a:solidFill>
              </a:rPr>
              <a:t>※ アクションリストを記載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A8D"/>
                </a:solidFill>
              </a:rPr>
              <a:t>📌 クロージング 15分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